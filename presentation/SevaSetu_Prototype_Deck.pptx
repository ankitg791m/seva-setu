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B20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🌿  HACKATHON 2026 · PROTOTYPE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SevaSetu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4A3B8"/>
                </a:solidFill>
              </a:rPr>
              <a:t>Bridge to Hope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109728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An AI-powered platform using Google Gemini and real-time
geospatial intelligence to automate crisis triage, prioritize
community needs, and coordinate volunteers — ensuring the
right help reaches the right place at the right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975104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90288"/>
            <a:ext cx="1883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●  Google Cloud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0904" y="4572000"/>
            <a:ext cx="2276856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4590288"/>
            <a:ext cx="2185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●  Gemini AI 1.5 Flash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4572000"/>
            <a:ext cx="2377440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59" y="4590288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●  Google Maps Platform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0" y="4572000"/>
            <a:ext cx="1673352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4590288"/>
            <a:ext cx="15819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●  Firebase 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731520"/>
            <a:ext cx="24688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8686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⚡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508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Urgency Scoring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0" y="2194560"/>
            <a:ext cx="24688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3317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🌍 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Geospatial Heatmap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3657600"/>
            <a:ext cx="24688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3794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0B981"/>
                </a:solidFill>
              </a:rPr>
              <a:t>☁️ GCP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4348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Cloud Native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🔴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Crisis Response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411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57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Delayed 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Authorities manually analyse reports, wasting the critical
'Golden Hour' while situations worsen on the ground.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920240"/>
            <a:ext cx="36576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57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No Location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08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Volunteers are deployed arbitrarily — without knowing
which zones are most critically affected in real-time.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657600" cy="3108960"/>
          </a:xfrm>
          <a:prstGeom prst="rect">
            <a:avLst/>
          </a:prstGeom>
          <a:solidFill>
            <a:srgbClr val="1E293B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057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🗂️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651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CA5A5"/>
                </a:solidFill>
              </a:rPr>
              <a:t>Resource Wastage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10896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Duplicate efforts in some areas while high-urgency
needs in other zones go completely ignored.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80"/>
            <a:ext cx="11064240" cy="1143000"/>
          </a:xfrm>
          <a:prstGeom prst="rect">
            <a:avLst/>
          </a:prstGeom>
          <a:solidFill>
            <a:srgbClr val="1A1010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CA5A5"/>
                </a:solidFill>
              </a:rPr>
              <a:t>"During the 2023 Flood Response in Assam, 40% of NGO resources were misdirected due to lack of a central prioritization system — costing 72+ hours of critical response time."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💡 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SevaSetu: End-to-End AI Coordination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9496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AI-Driven Urgency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9923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Google Gemini 1.5 Flash analyses every report
and assigns an urgency score 0–100 instantly.
Medical, water, food, shelter — prioritised in seconds.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0488" y="1828800"/>
            <a:ext cx="539496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96596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5603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Geospatial Crisis Heatmap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99923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Google Maps displays a real-time heatmap of active
need reports so coordinators see exactly where to
deploy volunteers for maximum impact.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39496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Citizen-Powered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6811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Community members submit geo-tagged reports with
photos (stored in GCS) via a mobile-friendly UI with
Places Autocomplete for accurate location input.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4297680"/>
            <a:ext cx="5394960" cy="219456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4348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5029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Instant Volunteer Alerts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5468112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Firebase Cloud Messaging (FCM) pushes real-time task
assignments to volunteers the moment a high-urgency
need is identified in their area.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🏗️ 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Built on Google Cloud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468880" cy="1371600"/>
          </a:xfrm>
          <a:prstGeom prst="rect">
            <a:avLst/>
          </a:prstGeom>
          <a:solidFill>
            <a:srgbClr val="1E293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61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React + Vite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828800"/>
            <a:ext cx="2468880" cy="1371600"/>
          </a:xfrm>
          <a:prstGeom prst="rect">
            <a:avLst/>
          </a:prstGeom>
          <a:solidFill>
            <a:srgbClr val="1E293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Firebase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761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Google Sign-In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828800"/>
            <a:ext cx="2468880" cy="1371600"/>
          </a:xfrm>
          <a:prstGeom prst="rect">
            <a:avLst/>
          </a:prstGeom>
          <a:solidFill>
            <a:srgbClr val="1E293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Cloud Run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761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Node.js / Express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0B981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828800"/>
            <a:ext cx="2468880" cy="1371600"/>
          </a:xfrm>
          <a:prstGeom prst="rect">
            <a:avLst/>
          </a:prstGeom>
          <a:solidFill>
            <a:srgbClr val="1E293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9202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Gemini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761488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1.5 Flash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66160"/>
            <a:ext cx="265176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393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148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Prisma 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Structured DB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3566160"/>
            <a:ext cx="265176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36393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1148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Cloud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Photo Uploads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566160"/>
            <a:ext cx="265176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36393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1148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Maps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Heatmap + Places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3566160"/>
            <a:ext cx="265176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0" y="36393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1148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FCM Alerts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4434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Push Notifications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3200400" cy="384048"/>
          </a:xfrm>
          <a:prstGeom prst="rect">
            <a:avLst/>
          </a:prstGeom>
          <a:solidFill>
            <a:srgbClr val="13133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🌏 Region: asia-south1 (Mumbai)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0" y="5257800"/>
            <a:ext cx="2834640" cy="384048"/>
          </a:xfrm>
          <a:prstGeom prst="rect">
            <a:avLst/>
          </a:prstGeom>
          <a:solidFill>
            <a:srgbClr val="13133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53035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🐳 Containerized via Docker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5257800"/>
            <a:ext cx="2286000" cy="384048"/>
          </a:xfrm>
          <a:prstGeom prst="rect">
            <a:avLst/>
          </a:prstGeom>
          <a:solidFill>
            <a:srgbClr val="13133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5303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🏗️ Cloud Build CI/CD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5257800"/>
            <a:ext cx="3108960" cy="384048"/>
          </a:xfrm>
          <a:prstGeom prst="rect">
            <a:avLst/>
          </a:prstGeom>
          <a:solidFill>
            <a:srgbClr val="13133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18319" y="5303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🔥 Firebase Hosting (Frontend)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🔧  GOOGLE SERVICES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Powered by Google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0" cy="411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30352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Google Gemini AI 1.5 Flash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Auto-analyses each report in Hindi/English. Assigns urgency
score, priority label (CRITICAL / HIGH / MEDIUM / LOW)
and a one-line reason for coordinators.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434840"/>
            <a:ext cx="1545336" cy="274320"/>
          </a:xfrm>
          <a:prstGeom prst="rect">
            <a:avLst/>
          </a:prstGeom>
          <a:solidFill>
            <a:srgbClr val="0D2A1E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453128"/>
            <a:ext cx="1545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PRIMARY AI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828800"/>
            <a:ext cx="530352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Google Maps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632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Interactive crisis heatmap, marker clusters, and Places
Autocomplete for accurate geo-tagged location input
during report submission by community members.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4434840"/>
            <a:ext cx="2203704" cy="274320"/>
          </a:xfrm>
          <a:prstGeom prst="rect">
            <a:avLst/>
          </a:prstGeom>
          <a:solidFill>
            <a:srgbClr val="0D2A1E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453128"/>
            <a:ext cx="2203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MAPS JS API + PLACES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612880" y="1828800"/>
            <a:ext cx="530352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59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95759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Firebase Authentication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59" y="30632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Secure Google Sign-In and Phone OTP authentication
for all users — community members, volunteers,
and NGO coordinators. Backed by Firebase Admin SDK.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795759" y="4434840"/>
            <a:ext cx="1792224" cy="274320"/>
          </a:xfrm>
          <a:prstGeom prst="rect">
            <a:avLst/>
          </a:prstGeom>
          <a:solidFill>
            <a:srgbClr val="0D2A1E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68911" y="4453128"/>
            <a:ext cx="1792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FIREBASE AUTH + FCM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190719" y="1828800"/>
            <a:ext cx="5303520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599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599" y="2606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Google Cloud Run + Cloud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599" y="306324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Fully containerized, auto-scaling backend in Mumbai
(asia-south1) delivering low-latency response across India.
Built with CI/CD via Cloud Build pipeline.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599" y="4434840"/>
            <a:ext cx="2121408" cy="274320"/>
          </a:xfrm>
          <a:prstGeom prst="rect">
            <a:avLst/>
          </a:prstGeom>
          <a:solidFill>
            <a:srgbClr val="0D2A1E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446752" y="4453128"/>
            <a:ext cx="2121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CLOUD RUN + CLOUD BUILD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366F1"/>
                </a:solidFill>
              </a:rPr>
              <a:t>🚀  LIVE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Fully Deployed &amp; Production Ready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0" cy="41148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675120" cy="685800"/>
          </a:xfrm>
          <a:prstGeom prst="rect">
            <a:avLst/>
          </a:prstGeom>
          <a:solidFill>
            <a:srgbClr val="0F1C3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LIVE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488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https://seva-setu-74bcc.web.app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6675120" cy="685800"/>
          </a:xfrm>
          <a:prstGeom prst="rect">
            <a:avLst/>
          </a:prstGeom>
          <a:solidFill>
            <a:srgbClr val="0F1C3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974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LIVE API (Cloud Run)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9718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https://sevasetu-api-1032768844799.asia-south1.run.app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74720"/>
            <a:ext cx="6675120" cy="685800"/>
          </a:xfrm>
          <a:prstGeom prst="rect">
            <a:avLst/>
          </a:prstGeom>
          <a:solidFill>
            <a:srgbClr val="0F1C35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520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366F1"/>
                </a:solidFill>
              </a:rPr>
              <a:t>GITHUB 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94759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3C5FD"/>
                </a:solidFill>
              </a:rPr>
              <a:t>https://github.com/AnkitG791m/seva-setu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User Flow Walkthrough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83480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0176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02920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Google Login → Role Selection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367528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8581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41324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Community member submits Need report with photo + location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751576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76986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797296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Gemini AI scores it instantly (e.g. CRITICAL: 87/100)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135624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15391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6181344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Maps heatmap updates — coordinator assigns nearest volunteer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519672"/>
            <a:ext cx="347472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59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656539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FCM Push notification sent to volunteer in real-time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0" y="1828800"/>
            <a:ext cx="3840480" cy="4572000"/>
          </a:xfrm>
          <a:prstGeom prst="rect">
            <a:avLst/>
          </a:prstGeom>
          <a:solidFill>
            <a:srgbClr val="1E293B"/>
          </a:solidFill>
          <a:ln w="63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09560" y="1965960"/>
            <a:ext cx="164592" cy="1645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1965960"/>
            <a:ext cx="16459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66760" y="1965960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2331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SevaSetu 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7889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566160"/>
            <a:ext cx="329184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3630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✓ Google Login Active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096511"/>
            <a:ext cx="329184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41605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🤖 AI: Scoring Reports...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4626864"/>
            <a:ext cx="329184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46908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🔴 CRITICAL · Urgency: 91/100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🔭 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What's Next for SevaSetu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097280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0195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2: Predictive Hotspot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25856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 Vertex AI to analyse historical crisis data and predict
vulnerable zones before incidents occur — enabling proactive
resource pre-positioning before disasters strike.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377439"/>
            <a:ext cx="2743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383279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410711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83279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3: Offline-First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6732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SMS/USSD gateway integration so field workers in remote
areas with no internet can still submit reports and receive
task assignments via basic mobile phones.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886200"/>
            <a:ext cx="2743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92040"/>
            <a:ext cx="502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19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</a:rPr>
              <a:t>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8920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4: Drone Zone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27608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Automated drone deployment to high-urgency zones identified
by SevaSetu AI, enabling aerial surveys, supply drops, and
real-time visual confirmation of crisis situations.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5394959"/>
            <a:ext cx="27432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📊 Scale Targets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2377440"/>
            <a:ext cx="4114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24688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Reports / 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24688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100,000+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79" y="2944368"/>
            <a:ext cx="4114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303580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Active Volunteers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30358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50,000+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511296"/>
            <a:ext cx="4114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3602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Response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360273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&lt; 15 mins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4078224"/>
            <a:ext cx="411480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35240" y="416966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States Covered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169663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10B981"/>
                </a:solidFill>
              </a:rPr>
              <a:t>All 28 States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41648" y="1885950"/>
            <a:ext cx="4114800" cy="3086100"/>
          </a:xfrm>
          <a:prstGeom prst="rect">
            <a:avLst/>
          </a:prstGeom>
          <a:solidFill>
            <a:srgbClr val="0D2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36008" y="2331720"/>
            <a:ext cx="2926080" cy="2194560"/>
          </a:xfrm>
          <a:prstGeom prst="rect">
            <a:avLst/>
          </a:prstGeom>
          <a:solidFill>
            <a:srgbClr val="0E2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6088" y="2811780"/>
            <a:ext cx="1645920" cy="1234440"/>
          </a:xfrm>
          <a:prstGeom prst="rect">
            <a:avLst/>
          </a:prstGeom>
          <a:solidFill>
            <a:srgbClr val="102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57400"/>
            <a:ext cx="8961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Building a Safer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24612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4A3B8"/>
                </a:solidFill>
              </a:rPr>
              <a:t>SevaSetu is more than a platform — it's a commitment to ensuring that
no community need goes unheard, no volunteer is misdirected, and every
crisis is met with the precision of artificial intelligence.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4754880"/>
            <a:ext cx="25603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4818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🌐 Live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5120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seva-setu-74bcc.web.app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4754880"/>
            <a:ext cx="25603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4818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💻 GitHub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5120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AnkitG791m/seva-setu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4754880"/>
            <a:ext cx="2560320" cy="685800"/>
          </a:xfrm>
          <a:prstGeom prst="rect">
            <a:avLst/>
          </a:prstGeom>
          <a:solidFill>
            <a:srgbClr val="1E29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48188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⚡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5120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0B981"/>
                </a:solidFill>
              </a:rPr>
              <a:t>Cloud Run · asia-south1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● Deployed on Google Cloud     ● Powered by Gemini AI     ● Firebase + Maps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